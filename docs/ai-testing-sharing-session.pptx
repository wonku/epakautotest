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开场微笑，停顿 2 秒。今天不讲 AI 概念，只讲手上真在跑的项目。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先建立可信度：仓库里真有代码、有 Jenkins、有定时报告。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问一句「大家有没有同感」。AI 不是替代测试，是压缩重复劳动。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Cursor 像带代码库记忆的结对同事。右图：三层工具栈。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全场主线。右/下图：总链路架构图。产品记上半段，开发记中间，测试记整条。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产品同事最该听这段。AI 出初稿 + 人审核，不是直接交最终版。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用真实例子比讲概念管用。呼吁产品写清异常规则。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全场最重要原则之一。右图：人机分工与质量门禁。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开发同事重点听。接口自动化 ROI 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断言 code=1000 等业务规则必须人审。右图：API 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商城巡检 Jenkins 每 30 分钟跑一轮，失败有截图。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本地和 Jenkins 用同一套脚本。右图：Jenkins 流水线。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给开发和产品看：打开报告看哪一步、哪个接口、哪张截图。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诚实讲局限反而加分。TestSprite 报告在 testsprite_tests/ 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每点 15 秒，重点是对策，同事能带走。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第四条是精华：9 个需求模块共用同一模式。右图：用例复用模式。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切到 Cursor 或终端。右图：Demo 闭环序列图。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测试工程师的 AI 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1018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从需求到自动化回归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基于 Pyautotest 真实项目实践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[</a:t>
            </a:r>
            <a:r>
              <a:rPr lang="zh-CN"/>
              <a:t>蔡甜甜</a:t>
            </a:r>
            <a:r>
              <a:t>]  |  [</a:t>
            </a:r>
            <a:r>
              <a:rPr lang="zh-CN"/>
              <a:t>系统研发部</a:t>
            </a:r>
            <a:r>
              <a:t>]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2026 年 [</a:t>
            </a:r>
            <a:r>
              <a:rPr lang="en-US"/>
              <a:t>7</a:t>
            </a:r>
            <a:r>
              <a:t>]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我日常在做什么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• CRM 相关测试与自动化（接口 + 业务场景）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• 商城 UI 生产巡检（易食包 / ePak）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• 移动端稳定性（Monkey / Appium 探索）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• 技术栈：Playwright + Pytest + Allure + Jenkins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项目仓库：Pyautotest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测试工作的四个「时间黑洞」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① 测试设计慢 — 需求 → Excel 用例，常常半天起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② 自动化起步慢 — 登录、token、定位、框架搭建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③ 回归成本高 — 版本一多，手工点不过来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④ 协作摩擦大 — 缺截图、缺日志、缺结构化证据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我的 AI 工具栈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Cursor IDE — 读整个仓库 · 改多文件 · 跑终端命令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+ 项目上下文 — 现有代码风格、fixture、报告格式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+ MCP 扩展（如 TestSprite）— AI 能调用工具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为什么不是纯 ChatGPT？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→ 测试是工程问题，需要「上下文」</a:t>
            </a:r>
          </a:p>
        </p:txBody>
      </p:sp>
      <p:pic>
        <p:nvPicPr>
          <p:cNvPr id="4" name="Picture 3" descr="diagram-02-toolsta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5852160" cy="22723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一条完整的测试交付链路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产品需求 / Wiki / PRD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cases_*.py 结构化数据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generate_*_test_artifacts.py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Excel 用例 + XMind 脑图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pytest 自动化（API / UI / 移动端）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Allure · JUnit · 截图 · 邮件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Jenkins 定时回归</a:t>
            </a:r>
          </a:p>
        </p:txBody>
      </p:sp>
      <p:pic>
        <p:nvPicPr>
          <p:cNvPr id="4" name="Picture 3" descr="diagram-01-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528017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案例 1：需求 → 测试用例资产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输入：CRM 需求文档 / 飞书 Wiki / 评审纪要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处理：cases_crm313.py 等结构化数据 + AI 扩写边界场景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输出：Excel 测试用例表 + XMind 测试脑图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已覆盖 9+ 需求模块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结构化用例长什么样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模块    1-外呼手机号解绑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用例 ID  OB-003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优先级  P0 · 阻塞 · 首轮必测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场景    点击解绑 → 二次确认弹窗及文案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预期    文案展示实际绑定号码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规则写清楚 → AI 才能补边界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模糊需求 → AI 也模糊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案例 1：人机分工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AI 擅长                    人必须做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────────────────────────────────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扩边界场景                  业务规则对不对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统一 Excel / 脑图格式       优先级与阻塞判断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快速出初稿                  跨模块遗漏检查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多需求复用同一套模板        最终 sign-off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原则：AI 写初稿，人做审核</a:t>
            </a:r>
          </a:p>
        </p:txBody>
      </p:sp>
      <p:pic>
        <p:nvPicPr>
          <p:cNvPr id="4" name="Picture 3" descr="diagram-04-human-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5852159" cy="11582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案例 2：用例 → 自动化代码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3476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CRM API 自动化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</a:t>
            </a:r>
            <a:r>
              <a:rPr lang="en-US"/>
              <a:t>2</a:t>
            </a:r>
            <a:r>
              <a:t>7 个测试文件 · </a:t>
            </a:r>
            <a:r>
              <a:rPr lang="en-US"/>
              <a:t>5</a:t>
            </a:r>
            <a:r>
              <a:t>1 条异常场景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商城 UI 巡检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易食包 / ePak：登录 → </a:t>
            </a:r>
            <a:r>
              <a:rPr lang="zh-CN"/>
              <a:t>商城</a:t>
            </a:r>
            <a:r>
              <a:t>首页</a:t>
            </a:r>
            <a:r>
              <a:rPr lang="zh-CN"/>
              <a:t>加载检查</a:t>
            </a:r>
            <a:r>
              <a:t> → 商品详情</a:t>
            </a:r>
            <a:r>
              <a:rPr lang="zh-CN"/>
              <a:t>验证等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移动端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Monkey 稳定性 · Appium 随机探索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技术栈：Playwright + Pytest + Allure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CRM API 自动化分层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tests/test_api_*.py — 用例层（含 negative）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api/services/*.py — 业务接口封装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api/client.py — HTTP 客户端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conftest.py fixtures — 登录 token 复用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      ↓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Allure attach — 请求 / 响应 JSON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异常用例格式固定 → 最适合 AI 批量生成</a:t>
            </a:r>
          </a:p>
        </p:txBody>
      </p:sp>
      <p:pic>
        <p:nvPicPr>
          <p:cNvPr id="4" name="Picture 3" descr="diagram-03-api-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5852160" cy="9435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不止接口：UI 巡检与移动端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易食包 UI 巡检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auth.esbao.com → www.esbao.com 商城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全页滚动 · 热销商品 · 详情页校验 · 截图报告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ePak 英文商城 — 同类流程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Monkey — 白屏检测 · 分段截图 · 邮件告警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难点在稳定性，AI 帮写页面步骤，人调等待与断言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案例 3：接入 Jenkins，变成团队资产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CRM API 回归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scripts/run_crm_api_jenkins.bat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支持正/异常用例开关 · JUnit · 邮件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易食包 UI 巡检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Jenkinsfile.esbao-ui · 每 30 分钟触发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本地能跑不算数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CI 能跑、能归档、能通知 → 才算交付</a:t>
            </a:r>
          </a:p>
        </p:txBody>
      </p:sp>
      <p:pic>
        <p:nvPicPr>
          <p:cNvPr id="4" name="Picture 3" descr="diagram-05-jenki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5852160" cy="5345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失败了，怎么「说清楚」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31330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reports/ui/esbao/&lt;时间戳&gt;/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report.json + 步骤截图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Allure — 每条 API 用例附 request / response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reports/test-summary-last.json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耗时 · 通过 / 失败统计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有</a:t>
            </a:r>
            <a:r>
              <a:rPr lang="zh-CN"/>
              <a:t>依据</a:t>
            </a:r>
            <a:r>
              <a:t> → 减少测试 / 开发 / 产品三方</a:t>
            </a:r>
            <a:r>
              <a:rPr lang="zh-CN"/>
              <a:t>沟通成本</a:t>
            </a:r>
            <a:endParaRPr lang="zh-CN"/>
          </a:p>
        </p:txBody>
      </p:sp>
      <p:pic>
        <p:nvPicPr>
          <p:cNvPr id="4" name="Picture 3" descr="04-epak-mall-home-one-s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474720"/>
            <a:ext cx="4876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MCP 试点：TestSprite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收获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自动生成测试计划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映射到现有 pytest 用例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局限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默认检测本地端口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我们 API 在远程 staging → 曾阻塞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结论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AI 测试工具要和人写代码结合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  工具输出 ≠ 可以直接上线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我踩过的</a:t>
            </a:r>
            <a:r>
              <a:rPr lang="zh-CN"/>
              <a:t>四</a:t>
            </a:r>
            <a:r>
              <a:t>个坑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24453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① 幻觉 — 编造字段/选择器 → 先读现有文件，改完必跑 pytest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② 一次改太多 — diff 巨大 → 小步迭代，一次一个场景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③ 盲信工具 — 环境不匹配 → 工具报告 + pytest 交叉验证</a:t>
            </a: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9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④ 泄密风险 — 账号进 prompt → .env + Jenkins Credentials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可复制的四条原则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1. AI 写初稿，人 sign-off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2. 给足上下文（仓库结构 + 接口文档 + 现有代码）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3. 小步提交，立即运行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4. 能模板化的先模板化，再规模化</a:t>
            </a: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E8EAED"/>
                </a:solidFill>
                <a:latin typeface="微软雅黑" panose="020B0503020204020204" charset="-122"/>
              </a:defRPr>
            </a:pPr>
            <a:r>
              <a:t>模板化：cases_*.py → generate 脚本 → Excel / XMind</a:t>
            </a:r>
          </a:p>
        </p:txBody>
      </p:sp>
      <p:pic>
        <p:nvPicPr>
          <p:cNvPr id="4" name="Picture 3" descr="diagram-06-case-reu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5852160" cy="11738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rPr sz="4000"/>
              <a:t>谢谢</a:t>
            </a:r>
            <a:endParaRPr sz="4000"/>
          </a:p>
        </p:txBody>
      </p:sp>
      <p:pic>
        <p:nvPicPr>
          <p:cNvPr id="4" name="Picture 3" descr="diagram-07-demo-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785" y="1097280"/>
            <a:ext cx="5852160" cy="26340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2367</Words>
  <Application>WPS 演示</Application>
  <PresentationFormat>On-screen Show (4:3)</PresentationFormat>
  <Paragraphs>182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wonku</cp:lastModifiedBy>
  <cp:revision>9</cp:revision>
  <dcterms:created xsi:type="dcterms:W3CDTF">2013-01-27T09:14:00Z</dcterms:created>
  <dcterms:modified xsi:type="dcterms:W3CDTF">2026-07-15T10:19:04Z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E2B9DC43188746F8BDC29A8EAF18F0E8_12</vt:lpwstr>
  </property>
</Properties>
</file>